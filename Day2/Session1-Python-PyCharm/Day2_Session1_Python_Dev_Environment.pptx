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HANDS-ON TRAINING  •  DAY 2  •  SESSION 1  •  09:00 – 10:00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 Environment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AI Dev Stack (PyCharm)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locally, scale in the cloud — today we set up the workshop.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09:00 – 10:00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local setup: Python, PyCharm, virtual environments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we start local before touching the cloud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first tiny model on your own machine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working code to GitHub — the habit that carries all week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175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by 10:00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project + virtual environment created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 installed: numpy, pandas, scikit-learn, matplotlib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train_local.py runs and prints a prediction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committed and pushed to 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1: Python Dev Environment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09:00 – 10:00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 Environment — Key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6304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304" y="14630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AI — it drives every tool this week, cloud and edge alike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7627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pip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2176272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1762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by others; pip installs it (pip install pandas)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8950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889504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88950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package folder per project — nothing breaks anything else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60273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3602736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360273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Python-specialist IDE (free). Yesterday VS Code — now you know both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315968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47288" y="4315968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431596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algorithms that train in seconds on small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50292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47288" y="502920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50292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packing list that lets anyone rebuild your environment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1: Python Dev Environment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HANDS-ON LABS A &amp;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PyCharm, Then Train Locally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Python (tick “Add to PATH”) and PyCharm Community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New Project: day2-cloud-ai — PyCharm creates the venv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Terminal:  pip install numpy pandas scikit-learn matplotlib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train_local.py  →  Run ▶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Push to GitHub: “Add local training script”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4206240"/>
            <a:ext cx="5120640" cy="1737360"/>
          </a:xfrm>
          <a:prstGeom prst="roundRect">
            <a:avLst>
              <a:gd name="adj" fmla="val 3684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4206240"/>
            <a:ext cx="512064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dialog with virtualenv selected — trainer's live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760720" cy="4480560"/>
          </a:xfrm>
          <a:prstGeom prst="roundRect">
            <a:avLst>
              <a:gd name="adj" fmla="val 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train_local.py — first local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"https://raw.githubusercontent.com/&lt;you&gt;/"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"my-first-ai-lab/main/data/soldiers_fitness.csv"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pd.read_csv(url)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df[["age","pushups_per_min","run_5km_minutes"]]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DecisionTreeClassifier().fit(X, df["fitness_level"])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print(model.predict([[24, 48, 23]])[0])   # → 'high'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0" y="6035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you committed yesterday — same data, new tool.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1: Python Dev Environment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THE RULE OF THUMB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Locally, Scale in the Cloud</a:t>
            </a:r>
            <a:endParaRPr lang="en-US" sz="3000" dirty="0"/>
          </a:p>
        </p:txBody>
      </p:sp>
      <p:pic>
        <p:nvPicPr>
          <p:cNvPr id="4" name="Image 0" descr="day2_assets/fig1_local_vs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012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rows of data trained in milliseconds on your CPU. Five million rows would not — and that is where we go next.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1: Python Dev Environment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544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“python not recognized”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04488" y="1554480"/>
            <a:ext cx="775411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2504" y="155448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wasn't set during install — reinstall and tick the checkbox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59152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hangs/fails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04488" y="2359152"/>
            <a:ext cx="775411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235915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network connection; try again or use --user flag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63824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interpreter in PyCharm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04488" y="3163824"/>
            <a:ext cx="775411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316382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Project → Python Interpreter → select the venv folder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68496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error at runtime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04488" y="3968496"/>
            <a:ext cx="775411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2504" y="396849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didn't install into this project's venv — reinstall inside PyCharm's terminal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773168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rejected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04488" y="4773168"/>
            <a:ext cx="775411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477316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first (git pull --rebase), resolve conflicts, then push again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1: Python Dev Environment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is Ready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PyCharm + venv = a clean, repeatable project setup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trained a model with 5 lines of scikit-learn, entirely on your laptop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2 takes this same pattern and moves it to the cloud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2026-07-20T18:26:15Z</dcterms:created>
  <dcterms:modified xsi:type="dcterms:W3CDTF">2026-07-20T18:26:15Z</dcterms:modified>
</cp:coreProperties>
</file>