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HANDS-ON TRAINING  •  DAY 2  •  SESSION 4  •  15:30 – 16:30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AI Platform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in Sixty Minutes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shape, new names — proof that cloud ML skills transfer.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5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 •  15:30 – 16:30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Outcomes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577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GCP's equivalents of the AWS services used all day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GCP project and enable a pretrained AI API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first AI task on Google Cloud with no training required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AWS ↔ GCP mental map for tomorrow's Azure &amp; Watson session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554480"/>
            <a:ext cx="5303520" cy="3657600"/>
          </a:xfrm>
          <a:prstGeom prst="roundRect">
            <a:avLst>
              <a:gd name="adj" fmla="val 1750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by 16:30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29400" y="210312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project ai-lab-day2 created and selected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Translation API enabled and invoked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console toured: Workbench, Training, Endpoints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the GCP twin of S3, SageMaker Studio, and an endpoint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— Day 2, Session 4: Google Cloud AI Platform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5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 •  15:30 – 16:30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in Five Terms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834640" cy="676656"/>
          </a:xfrm>
          <a:prstGeom prst="roundRect">
            <a:avLst>
              <a:gd name="adj" fmla="val 9459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463040"/>
            <a:ext cx="2615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47288" y="1463040"/>
            <a:ext cx="8211312" cy="676656"/>
          </a:xfrm>
          <a:prstGeom prst="roundRect">
            <a:avLst>
              <a:gd name="adj" fmla="val 9459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75304" y="1463040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cloud — the machines behind Colab and the PaLM TPU pods from Day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231136"/>
            <a:ext cx="2834640" cy="676656"/>
          </a:xfrm>
          <a:prstGeom prst="roundRect">
            <a:avLst>
              <a:gd name="adj" fmla="val 9459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2231136"/>
            <a:ext cx="2615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47288" y="2231136"/>
            <a:ext cx="8211312" cy="676656"/>
          </a:xfrm>
          <a:prstGeom prst="roundRect">
            <a:avLst>
              <a:gd name="adj" fmla="val 9459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5304" y="2231136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GCP's container for everything you create — all resources live inside one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999232"/>
            <a:ext cx="2834640" cy="676656"/>
          </a:xfrm>
          <a:prstGeom prst="roundRect">
            <a:avLst>
              <a:gd name="adj" fmla="val 9459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999232"/>
            <a:ext cx="2615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47288" y="2999232"/>
            <a:ext cx="8211312" cy="676656"/>
          </a:xfrm>
          <a:prstGeom prst="roundRect">
            <a:avLst>
              <a:gd name="adj" fmla="val 9459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5304" y="2999232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S3 of Google Cloud — files in buckets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767328"/>
            <a:ext cx="2834640" cy="676656"/>
          </a:xfrm>
          <a:prstGeom prst="roundRect">
            <a:avLst>
              <a:gd name="adj" fmla="val 9459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767328"/>
            <a:ext cx="2615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47288" y="3767328"/>
            <a:ext cx="8211312" cy="676656"/>
          </a:xfrm>
          <a:prstGeom prst="roundRect">
            <a:avLst>
              <a:gd name="adj" fmla="val 9459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75304" y="3767328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SageMaker of GCP: Workbench notebooks, training, endpoints, AutoML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535424"/>
            <a:ext cx="2834640" cy="676656"/>
          </a:xfrm>
          <a:prstGeom prst="roundRect">
            <a:avLst>
              <a:gd name="adj" fmla="val 9459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4535424"/>
            <a:ext cx="2615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APIs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447288" y="4535424"/>
            <a:ext cx="8211312" cy="676656"/>
          </a:xfrm>
          <a:prstGeom prst="roundRect">
            <a:avLst>
              <a:gd name="adj" fmla="val 9459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75304" y="4535424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Translation, Vision, Speech — no training needed, one call, one answer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— Day 2, Session 4: Google Cloud AI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5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 •  HANDS-ON LAB 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GCP AI Task in 35 Minutes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console.cloud.google.com — sign in with yesterday's Google account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New Project:  ai-lab-day2  (then select it)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Enable the Cloud Translation API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Demo: translate Amharic ↔ English — discuss quality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Tour Vertex AI: Workbench, Training, Endpoints, Model Garden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should feel familiar — that's the lesson.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217920" y="155448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FAFAF8"/>
          </a:solidFill>
          <a:ln w="12700">
            <a:solidFill>
              <a:srgbClr val="5B647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217920" y="1554480"/>
            <a:ext cx="5486400" cy="2103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
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project selector: ai-lab-day2 created &amp; selected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388620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FAFAF8"/>
          </a:solidFill>
          <a:ln w="12700">
            <a:solidFill>
              <a:srgbClr val="5B647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217920" y="3886200"/>
            <a:ext cx="5486400" cy="2103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
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demo: Amharic ↔ English result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— Day 2, Session 4: Google Cloud AI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5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 •  THE SLIDE TO PHOTOGRAPH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↔ GCP: Same Concepts, New Names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600200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FBEADB"/>
          </a:solidFill>
          <a:ln w="12700">
            <a:solidFill>
              <a:srgbClr val="FBEA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3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257800" y="16002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6002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313432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FBEADB"/>
          </a:solidFill>
          <a:ln w="12700">
            <a:solidFill>
              <a:srgbClr val="FBEA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1343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3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Studio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57800" y="231343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17920" y="2313432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31343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Workbench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3026664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FBEADB"/>
          </a:solidFill>
          <a:ln w="12700">
            <a:solidFill>
              <a:srgbClr val="FBEA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02666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3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job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57800" y="302666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17920" y="3026664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302666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training / AutoML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14400" y="3739896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FBEADB"/>
          </a:solidFill>
          <a:ln w="12700">
            <a:solidFill>
              <a:srgbClr val="FBEA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73989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3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endpoint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57800" y="373989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17920" y="3739896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73989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endpoint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14400" y="4453128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FBEADB"/>
          </a:solidFill>
          <a:ln w="12700">
            <a:solidFill>
              <a:srgbClr val="FBEA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45312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3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257800" y="445312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217920" y="4453128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445312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14400" y="5166360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FBEADB"/>
          </a:solidFill>
          <a:ln w="12700">
            <a:solidFill>
              <a:srgbClr val="FBEA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1663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3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257800" y="51663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17920" y="5166360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51663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Monitoring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4400" y="5989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adds Azure &amp; Watson — by then, trainees predict this table themselves.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— Day 2, Session 4: Google Cloud AI Platform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5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 •  TROUBLESHOOTING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Doesn't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66160" cy="713232"/>
          </a:xfrm>
          <a:prstGeom prst="roundRect">
            <a:avLst>
              <a:gd name="adj" fmla="val 897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554480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“Billing account required”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78808" y="1554480"/>
            <a:ext cx="7479792" cy="713232"/>
          </a:xfrm>
          <a:prstGeom prst="roundRect">
            <a:avLst>
              <a:gd name="adj" fmla="val 897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06824" y="1554480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still needs a linked billing account — use a personal card, watch the quota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359152"/>
            <a:ext cx="3566160" cy="713232"/>
          </a:xfrm>
          <a:prstGeom prst="roundRect">
            <a:avLst>
              <a:gd name="adj" fmla="val 897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2359152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not enabled error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178808" y="2359152"/>
            <a:ext cx="7479792" cy="713232"/>
          </a:xfrm>
          <a:prstGeom prst="roundRect">
            <a:avLst>
              <a:gd name="adj" fmla="val 897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06824" y="2359152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Services → Library → search “Translation” → Enable, then retry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163824"/>
            <a:ext cx="3566160" cy="713232"/>
          </a:xfrm>
          <a:prstGeom prst="roundRect">
            <a:avLst>
              <a:gd name="adj" fmla="val 897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3163824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selector shows nothing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178808" y="3163824"/>
            <a:ext cx="7479792" cy="713232"/>
          </a:xfrm>
          <a:prstGeom prst="roundRect">
            <a:avLst>
              <a:gd name="adj" fmla="val 897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06824" y="3163824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a few seconds after creating — GCP project provisioning is not instant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968496"/>
            <a:ext cx="3566160" cy="713232"/>
          </a:xfrm>
          <a:prstGeom prst="roundRect">
            <a:avLst>
              <a:gd name="adj" fmla="val 897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968496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gives odd Amharic output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178808" y="3968496"/>
            <a:ext cx="7479792" cy="713232"/>
          </a:xfrm>
          <a:prstGeom prst="roundRect">
            <a:avLst>
              <a:gd name="adj" fmla="val 897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06824" y="3968496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— use it as a discussion point on machine translation quality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773168"/>
            <a:ext cx="3566160" cy="713232"/>
          </a:xfrm>
          <a:prstGeom prst="roundRect">
            <a:avLst>
              <a:gd name="adj" fmla="val 897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4773168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feels totally different from AWS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178808" y="4773168"/>
            <a:ext cx="7479792" cy="713232"/>
          </a:xfrm>
          <a:prstGeom prst="roundRect">
            <a:avLst>
              <a:gd name="adj" fmla="val 897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06824" y="4773168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point of this session — same concepts, different names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— Day 2, Session 4: Google Cloud AI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5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Checklist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PyCharm project + venv + AI stack installed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train_local.py trained a model locally → pushed to GitHub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S3 bucket contains data/soldiers_fitness.csv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SageMaker training job Completed → model.tar.gz in S3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Endpoint deployed, invoked — and DELETED (list is empty)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GCP project exists, one pretrained service invoked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 can name the GCP twin of S3, Studio, and an endpoint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49440" y="1554480"/>
            <a:ext cx="4754880" cy="4206240"/>
          </a:xfrm>
          <a:prstGeom prst="roundRect">
            <a:avLst>
              <a:gd name="adj" fmla="val 1522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8040" y="1737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ideas to remember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78040" y="214884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storage → training job → artifact → endpoint. Every cloud, same shape.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jobs stop billing themselves; endpoints bill until YOU stop them.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didn't learn “AWS” — you learned cloud ML, twice.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— Day 2, Session 4: Google Cloud AI Platform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&amp; IBM Watson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tour completes: four clouds touched by hand, compared from experience — not marketing.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verify your endpoint list is empty. Seriously.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2026-07-20T18:26:16Z</dcterms:created>
  <dcterms:modified xsi:type="dcterms:W3CDTF">2026-07-20T18:26:16Z</dcterms:modified>
</cp:coreProperties>
</file>